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FOOD DELIVERY AGENT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869680" y="64465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• SEARCH • OPTIMIZATION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0325B"/>
          </a:solidFill>
          <a:ln w="12700">
            <a:solidFill>
              <a:srgbClr val="20325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732520" y="914400"/>
            <a:ext cx="2240280" cy="2240280"/>
          </a:xfrm>
          <a:prstGeom prst="ellipse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46920" y="3154680"/>
            <a:ext cx="1371600" cy="13716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INTELLIGENT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FOOD DELIVERY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E2F2"/>
                </a:solidFill>
              </a:rPr>
              <a:t>An autonomous campus delivery system using graph search, A* and priority-based planning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34340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440740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AGENTS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4343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95144" y="440740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A* SEARCH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67328" y="434340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22192" y="4407408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13E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E"/>
                </a:solidFill>
              </a:rPr>
              <a:t>B.Tech / CSE Project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E"/>
                </a:solidFill>
              </a:rPr>
              <a:t>Presented by: 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Build a software agent that autonomously plans and executes campus food deliveries.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234440"/>
            <a:ext cx="73152" cy="1828800"/>
          </a:xfrm>
          <a:prstGeom prst="rect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380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WHAT THE AGENT DOES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764792"/>
            <a:ext cx="3200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Receives food orders, assigns priority, checks battery/capacity, chooses a delivery sequence, and finds a cost-efficient route.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2344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15968" y="1234440"/>
            <a:ext cx="73152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17136" y="1380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CORE AI 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7136" y="1764792"/>
            <a:ext cx="3200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Treat the campus as a graph. The agent reasons over nodes, edges, costs and heuristics instead of following a fixed route.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2344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83296" y="1234440"/>
            <a:ext cx="73152" cy="18288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84464" y="1380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ADVANCED GOAL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764792"/>
            <a:ext cx="3200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Minimize delivery time while respecting order priority, robot battery and carrying capacity.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E"/>
                </a:solidFill>
              </a:rPr>
              <a:t>Input → Decision → Action → Feedback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47365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ORDER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5010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Student request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80360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C2A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94760" y="4572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31920" y="47365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04488" y="5010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Priority + route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60720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C2A0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675120" y="4572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12280" y="47365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DELIVER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5010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Robot moves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641080" y="4773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C2A0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55480" y="45720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692640" y="47365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UPDATE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65208" y="50109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Battery + status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 lightweight web-based system can connect the order interface to the AI planning layer.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" y="1234440"/>
            <a:ext cx="9784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1344168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144475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344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WEB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3533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Place order • view status • run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33872" y="2020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C2A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2194560"/>
            <a:ext cx="9784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71600" y="2304288"/>
            <a:ext cx="475488" cy="475488"/>
          </a:xfrm>
          <a:prstGeom prst="ellipse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0" y="240487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304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ORDER MANAGER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3134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Validate order • classify priority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9809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C2A0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3154680"/>
            <a:ext cx="9784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371600" y="3264408"/>
            <a:ext cx="475488" cy="47548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11680" y="3264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AI PLANNER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2735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BFS • DFS • A* • scheduling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33872" y="39410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C2A0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43000" y="4114800"/>
            <a:ext cx="9784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71600" y="4224528"/>
            <a:ext cx="475488" cy="47548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71600" y="432511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4224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ROBOT STATE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4233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Battery • capacity • current 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33872" y="4901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C2A0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43000" y="5074920"/>
            <a:ext cx="97840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371600" y="5184648"/>
            <a:ext cx="475488" cy="475488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371600" y="528523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5184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DELIVERY RESULT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51937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Route • time estimate • delivered status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Campus as a 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Each location is a node; travel links are weighted edges.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00200" y="3044952"/>
            <a:ext cx="2880360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903220" y="2916936"/>
            <a:ext cx="274320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0200" y="3044952"/>
            <a:ext cx="2549274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480560" y="3044952"/>
            <a:ext cx="3251589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83580" y="2162556"/>
            <a:ext cx="274320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3044952"/>
            <a:ext cx="5623560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71800" y="5193792"/>
            <a:ext cx="4114800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5065776"/>
            <a:ext cx="274320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86600" y="5193792"/>
            <a:ext cx="3667873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86600" y="3236976"/>
            <a:ext cx="274320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536192"/>
            <a:ext cx="3130735" cy="0"/>
          </a:xfrm>
          <a:prstGeom prst="line">
            <a:avLst/>
          </a:prstGeom>
          <a:noFill/>
          <a:ln w="12700">
            <a:solidFill>
              <a:srgbClr val="A8B4C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95360" y="2162556"/>
            <a:ext cx="274320" cy="1828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7432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29260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Cafeteria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94760" y="27432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794760" y="29260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Gate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2344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75120" y="1417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Library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18320" y="27432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418320" y="29260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CSE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8920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86000" y="5074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Hostel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48920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5074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Sports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870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0ED"/>
                </a:solidFill>
              </a:rPr>
              <a:t>Example route: Cafeteria → Gate → Library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583680" y="5870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Edge weights can represent distance, time, or delivery cost.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Route Planning Algorithms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 BFS and DFS to demonstrate graph search; use A* for least-cost routing.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234440"/>
            <a:ext cx="73152" cy="42062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380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BFS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764792"/>
            <a:ext cx="324612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Explores level by level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Good for unweighted shortest paths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Easy to explain in viva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Cafeteria → Gate → Library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297680" y="1234440"/>
            <a:ext cx="73152" cy="42062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98848" y="1380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DFS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1764792"/>
            <a:ext cx="324612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Explores deeply before backtracking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Does not guarantee the least-cost path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Useful for demonstrating search behavior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Cafeteria → Hostel → Sports → Library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2344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73152" cy="4206240"/>
          </a:xfrm>
          <a:prstGeom prst="rect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47888" y="1380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A*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1764792"/>
            <a:ext cx="324612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Uses g(n) + h(n)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g(n) = route cost so far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h(n) = estimated remaining cost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Targets an efficient least-cost path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Cafeteria → Gate → Library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56509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</a:rPr>
              <a:t>A* formula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56144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5CFC"/>
                </a:solidFill>
              </a:rPr>
              <a:t>f(n) = g(n) + h(n)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Priority-Based Order Scheduling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 agent should not simply serve orders in arrival order.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766560" cy="233172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DESTINATION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101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Library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102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Emergency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103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Hostel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</a:rPr>
              <a:t>Agent decision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0" y="1965960"/>
            <a:ext cx="30175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Check priority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Estimate route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Check battery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Check carrying capacity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5. Choose the best feasible order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4224528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E9FBF6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58200" y="4462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774"/>
                </a:solidFill>
              </a:rPr>
              <a:t>Selected first → Order 102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A774"/>
                </a:solidFill>
              </a:rPr>
              <a:t>Emergency priority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3159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Goal: minimize delivery time while respecting constraints.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Battery &amp; Carrying-Capacity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 delivery is feasible only when the robot has enough energy and space.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472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BATTERY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856232"/>
            <a:ext cx="30175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Battery = 100%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Route cost = 5 units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Example energy use = 25%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Remaining = 75%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07408" y="1325880"/>
            <a:ext cx="73152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472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CAPACITY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1856232"/>
            <a:ext cx="30175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Robot capacity = 5 items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Current load = 1 item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Remaining space = 4 items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3258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83296" y="1325880"/>
            <a:ext cx="73152" cy="1828800"/>
          </a:xfrm>
          <a:prstGeom prst="rect">
            <a:avLst/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84464" y="1472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FEASIBILITY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4464" y="1856232"/>
            <a:ext cx="30175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If battery &lt; required → defer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If load &gt; capacity → defer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Otherwise → deliver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E"/>
                </a:solidFill>
              </a:rPr>
              <a:t>State update after every delivery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4590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Battery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5811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572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C2A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454456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108960" y="46177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75%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443484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54880" y="4590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Capacity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45811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5 /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572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C2A0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454456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2280" y="46177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 / 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443484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58200" y="4590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Location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45811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Cafeteria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49840" y="4572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C2A0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515600" y="454456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515600" y="46177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Library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Website Working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 interface turns the AI logic into an interactive demonstration.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3564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261872"/>
            <a:ext cx="109728" cy="109728"/>
          </a:xfrm>
          <a:prstGeom prst="ellipse">
            <a:avLst/>
          </a:prstGeom>
          <a:solidFill>
            <a:srgbClr val="F05C5C"/>
          </a:solidFill>
          <a:ln w="12700">
            <a:solidFill>
              <a:srgbClr val="F05C5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69848" y="1261872"/>
            <a:ext cx="109728" cy="10972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71016" y="1261872"/>
            <a:ext cx="109728" cy="10972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17320" y="12161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Intelligent Food Delivery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F7F9FC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Battery 100%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F7F9FC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Capacity 5/5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1783080"/>
            <a:ext cx="1965960" cy="566928"/>
          </a:xfrm>
          <a:prstGeom prst="roundRect">
            <a:avLst>
              <a:gd name="adj" fmla="val 8065"/>
            </a:avLst>
          </a:prstGeom>
          <a:solidFill>
            <a:srgbClr val="F7F9FC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0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</a:rPr>
              <a:t>Location Cafeteria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2606040"/>
            <a:ext cx="374904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8872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Place Food Order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1821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Student 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3136392"/>
            <a:ext cx="2240280" cy="201168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88720" y="3493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Food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03120" y="3447288"/>
            <a:ext cx="2240280" cy="201168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88720" y="380390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Quantity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0" y="3758184"/>
            <a:ext cx="2240280" cy="201168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88720" y="41148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Location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4069080"/>
            <a:ext cx="2240280" cy="201168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88720" y="442569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Priority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4379976"/>
            <a:ext cx="2240280" cy="201168"/>
          </a:xfrm>
          <a:prstGeom prst="roundRect">
            <a:avLst>
              <a:gd name="adj" fmla="val 13636"/>
            </a:avLst>
          </a:prstGeom>
          <a:solidFill>
            <a:srgbClr val="F7F9FC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188720" y="473659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88720" y="481888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Place Order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2606040"/>
            <a:ext cx="5623560" cy="2560320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4924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AI Agent Decision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3246120"/>
            <a:ext cx="3429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Selected order: #102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Priority: Emergency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A* route: Cafeteria → Gate → CSE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Distance: 6 units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Battery required: 30%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972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5C2A0"/>
          </a:solidFill>
          <a:ln w="12700">
            <a:solidFill>
              <a:srgbClr val="25C2A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189720" y="33558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53212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Demo flow: Place Order → Run Agent → See Route → Deliver → Update Robot State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</a:rPr>
              <a:t>Implementation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Simple tools keep the project fast to build, easy to explain, and easy to demonstrate.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78992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1371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</a:rPr>
              <a:t>HTML + CSS +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3807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Order form • dashboard • campus map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8992" y="2340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3317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C2A0"/>
                </a:solidFill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34086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Agent logic • scheduling • route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33009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Algorithms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C"/>
                </a:solidFill>
              </a:rPr>
              <a:t>BFS • DFS • A*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330098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Graph traversal + least-cost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78992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4251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In-memory / SQLite-ready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4261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Orders • food items • robot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074920"/>
            <a:ext cx="10607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78992" y="52212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</a:rPr>
              <a:t>Hosting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14600" y="521208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774"/>
                </a:solidFill>
              </a:rPr>
              <a:t>GitHub Pages (static demo)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522122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Free public website for the HTML version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60533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</a:rPr>
              <a:t>Tip: For the final college demo, keep the scope small and make the AI decision visible.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8"/>
                </a:solidFill>
              </a:rPr>
              <a:t>The project demonstrates how an intelligent agent can make delivery decisions instead of following a fixed route.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Priority-based order scheduling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900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BFS and DFS graph 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57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C2A0"/>
                </a:solidFill>
              </a:rPr>
              <a:t>✓ A* least-cost route 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23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Battery and carrying-capacity constraints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90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Multiple-order delivery decision making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0" y="23317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23385F"/>
          </a:solidFill>
          <a:ln w="12700">
            <a:solidFill>
              <a:srgbClr val="3A547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28116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8116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 campus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locations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persistent 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College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Food Delivery Agent</dc:title>
  <dc:subject>Intelligent Food Delivery Agent</dc:subject>
  <dc:creator>OpenAI</dc:creator>
  <cp:lastModifiedBy>OpenAI</cp:lastModifiedBy>
  <cp:revision>1</cp:revision>
  <dcterms:created xsi:type="dcterms:W3CDTF">2026-10-26T13:07:33Z</dcterms:created>
  <dcterms:modified xsi:type="dcterms:W3CDTF">2026-10-26T13:07:33Z</dcterms:modified>
</cp:coreProperties>
</file>